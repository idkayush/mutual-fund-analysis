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Bluestock Mutual Fund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ETL, EDA, Performance Analytics, Risk Analytics, Recommender and Power BI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Built end-to-end mutual fund analytics pipeline</a:t>
            </a:r>
          </a:p>
          <a:p>
            <a:pPr>
              <a:defRPr sz="2000"/>
            </a:pPr>
            <a:r>
              <a:t>Cleaned and validated NAV, AUM, SIP, investor, performance, benchmark and portfolio data</a:t>
            </a:r>
          </a:p>
          <a:p>
            <a:pPr>
              <a:defRPr sz="2000"/>
            </a:pPr>
            <a:r>
              <a:t>Designed SQLite star schema and analytical SQL queries</a:t>
            </a:r>
          </a:p>
          <a:p>
            <a:pPr>
              <a:defRPr sz="2000"/>
            </a:pPr>
            <a:r>
              <a:t>Created EDA, performance analytics, advanced analytics and Power BI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Raw CSV and live NAV data ingestion</a:t>
            </a:r>
          </a:p>
          <a:p>
            <a:pPr>
              <a:defRPr sz="2000"/>
            </a:pPr>
            <a:r>
              <a:t>Python-based cleaning and feature engineering</a:t>
            </a:r>
          </a:p>
          <a:p>
            <a:pPr>
              <a:defRPr sz="2000"/>
            </a:pPr>
            <a:r>
              <a:t>SQLite database with fact and dimension tables</a:t>
            </a:r>
          </a:p>
          <a:p>
            <a:pPr>
              <a:defRPr sz="2000"/>
            </a:pPr>
            <a:r>
              <a:t>Jupyter notebooks for EDA and analytics</a:t>
            </a:r>
          </a:p>
          <a:p>
            <a:pPr>
              <a:defRPr sz="2000"/>
            </a:pPr>
            <a:r>
              <a:t>Power BI dashboard for interactive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Computed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CAGR for 1-year, 3-year and 5-year periods</a:t>
            </a:r>
          </a:p>
          <a:p>
            <a:pPr>
              <a:defRPr sz="2000"/>
            </a:pPr>
            <a:r>
              <a:t>Sharpe Ratio and Sortino Ratio</a:t>
            </a:r>
          </a:p>
          <a:p>
            <a:pPr>
              <a:defRPr sz="2000"/>
            </a:pPr>
            <a:r>
              <a:t>Alpha and Beta using benchmark regression</a:t>
            </a:r>
          </a:p>
          <a:p>
            <a:pPr>
              <a:defRPr sz="2000"/>
            </a:pPr>
            <a:r>
              <a:t>Tracking Error and Maximum Drawdown</a:t>
            </a:r>
          </a:p>
          <a:p>
            <a:pPr>
              <a:defRPr sz="2000"/>
            </a:pPr>
            <a:r>
              <a:t>VaR, CVaR, rolling Sharpe and sector HHI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AUM Growth by Fund House</a:t>
            </a:r>
          </a:p>
        </p:txBody>
      </p:sp>
      <p:pic>
        <p:nvPicPr>
          <p:cNvPr id="3" name="Picture 2" descr="03_aum_growth_by_fund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8046720" cy="399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SIP Inflow Trend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 Comparison</a:t>
            </a:r>
          </a:p>
        </p:txBody>
      </p:sp>
      <p:pic>
        <p:nvPicPr>
          <p:cNvPr id="3" name="Picture 2" descr="benchmark_comparison_top5_vs_nif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8046720" cy="44973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Dashboard: Industry Overview</a:t>
            </a:r>
          </a:p>
        </p:txBody>
      </p:sp>
      <p:pic>
        <p:nvPicPr>
          <p:cNvPr id="3" name="Picture 2" descr="page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8046720" cy="39955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Dashboard: Fund Performance</a:t>
            </a:r>
          </a:p>
        </p:txBody>
      </p:sp>
      <p:pic>
        <p:nvPicPr>
          <p:cNvPr id="3" name="Picture 2" descr="page2_fund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8046720" cy="40838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Dashboard: Investor Analytics</a:t>
            </a:r>
          </a:p>
        </p:txBody>
      </p:sp>
      <p:pic>
        <p:nvPicPr>
          <p:cNvPr id="3" name="Picture 2" descr="page3_investo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8046720" cy="4051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Dashboard: SIP &amp; Market Trends</a:t>
            </a:r>
          </a:p>
        </p:txBody>
      </p:sp>
      <p:pic>
        <p:nvPicPr>
          <p:cNvPr id="3" name="Picture 2" descr="page4_sip_market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8046720" cy="40723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Analytics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VaR and CVaR identify funds with higher downside risk</a:t>
            </a:r>
          </a:p>
          <a:p>
            <a:pPr>
              <a:defRPr sz="2000"/>
            </a:pPr>
            <a:r>
              <a:t>Investor cohort analysis shows year-wise investment behaviour</a:t>
            </a:r>
          </a:p>
          <a:p>
            <a:pPr>
              <a:defRPr sz="2000"/>
            </a:pPr>
            <a:r>
              <a:t>SIP continuity analysis flags at-risk investors</a:t>
            </a:r>
          </a:p>
          <a:p>
            <a:pPr>
              <a:defRPr sz="2000"/>
            </a:pPr>
            <a:r>
              <a:t>Sector HHI identifies concentrated equity fund portfolios</a:t>
            </a:r>
          </a:p>
          <a:p>
            <a:pPr>
              <a:defRPr sz="2000"/>
            </a:pPr>
            <a:r>
              <a:t>Risk appetite recommender suggests top funds by Sharpe Ratio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End-to-end analytics solution completed</a:t>
            </a:r>
          </a:p>
          <a:p>
            <a:pPr>
              <a:defRPr sz="2000"/>
            </a:pPr>
            <a:r>
              <a:t>Dashboard enables interactive business exploration</a:t>
            </a:r>
          </a:p>
          <a:p>
            <a:pPr>
              <a:defRPr sz="2000"/>
            </a:pPr>
            <a:r>
              <a:t>Risk and performance metrics improve fund comparison</a:t>
            </a:r>
          </a:p>
          <a:p>
            <a:pPr>
              <a:defRPr sz="2000"/>
            </a:pPr>
            <a:r>
              <a:t>Project structure is reproducible and submission-ready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